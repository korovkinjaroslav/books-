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1ff23ee2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1ff23ee2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1ff23ee2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1ff23ee2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1ff23ee2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1ff23ee2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1ff23ee2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1ff23ee2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Book_rec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Коровкин Ярослав Андреевич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589275" y="2057325"/>
            <a:ext cx="5505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Идея проекта Book_rec — создать десктопное приложение, которое персонализирует рекомендации книг по вкусам пользователя.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Проект поможет пользователям подбирать книги.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750" y="2004825"/>
            <a:ext cx="3786951" cy="20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8025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Классы: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MainWindow(QMainWindow), BookWindow(QWidget),  SearchBookWindow(QWidget), ReadedBooksWindow(QWidget), SearchParametersWindow(QWidget), RecommendationsWindow(QWidget), Book, BooksLayout(QVBoxLayout), Recommender</a:t>
            </a:r>
            <a:endParaRPr sz="14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Использованные технологии:</a:t>
            </a:r>
            <a:endParaRPr sz="14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7300" y="3371425"/>
            <a:ext cx="2424474" cy="181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4025" y="3612570"/>
            <a:ext cx="2823798" cy="133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6625" y="3612575"/>
            <a:ext cx="1631526" cy="163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729450" y="2078875"/>
            <a:ext cx="7688700" cy="27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В ходе разработки book.rec удалось создать работоспособное, самодостаточное приложение, которое эффективно сочетает пользовательский интерфейс, локальную базу данных и персонализированную логику рекомендаций.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Возможности развития: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Режим «Случайная книга» или «Книга недели» для открытия новых жанров.</a:t>
            </a:r>
            <a:endParaRPr sz="14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Использование искусственного интеллекта для более точных рекомендаций</a:t>
            </a:r>
            <a:endParaRPr sz="14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Интеграция API ЛитРес или Goodreads</a:t>
            </a:r>
            <a:endParaRPr sz="14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Добавить облачный профиль пользователя</a:t>
            </a:r>
            <a:endParaRPr sz="14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